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30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997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MindCloud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487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AI Mental Health Support Platform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766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G. Sai Abhiram  |  CSE  |  Pragati Engineering College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73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2253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 health issues — stress, anxiety, and depression — are rising in modern society. Many people do not seek help due to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stigma, cost, or lack of availability.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466392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4810482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4749879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MindCloud AI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cloud-based platform offering instant mental wellness support through an AI chatbot, mood tracking, and self-care guidance.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36972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8" y="2045613"/>
            <a:ext cx="8264247" cy="49584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4648" y="151268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Current Challenges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64648" y="1981081"/>
            <a:ext cx="4238506" cy="970597"/>
          </a:xfrm>
          <a:prstGeom prst="roundRect">
            <a:avLst>
              <a:gd name="adj" fmla="val 11305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41788" y="1981081"/>
            <a:ext cx="91440" cy="970597"/>
          </a:xfrm>
          <a:prstGeom prst="roundRect">
            <a:avLst>
              <a:gd name="adj" fmla="val 30814"/>
            </a:avLst>
          </a:prstGeom>
          <a:solidFill>
            <a:srgbClr val="28282F"/>
          </a:solidFill>
          <a:ln/>
        </p:spPr>
      </p:sp>
      <p:sp>
        <p:nvSpPr>
          <p:cNvPr id="7" name="Text 4"/>
          <p:cNvSpPr/>
          <p:nvPr/>
        </p:nvSpPr>
        <p:spPr>
          <a:xfrm>
            <a:off x="9843849" y="2191703"/>
            <a:ext cx="3748683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access to mental health professionals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564648" y="3107174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41788" y="3107174"/>
            <a:ext cx="91440" cy="695920"/>
          </a:xfrm>
          <a:prstGeom prst="roundRect">
            <a:avLst>
              <a:gd name="adj" fmla="val 30814"/>
            </a:avLst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9843849" y="3317796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Expensive therapy sessions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564648" y="3958590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41788" y="3958590"/>
            <a:ext cx="91440" cy="695920"/>
          </a:xfrm>
          <a:prstGeom prst="roundRect">
            <a:avLst>
              <a:gd name="adj" fmla="val 30814"/>
            </a:avLst>
          </a:prstGeom>
          <a:solidFill>
            <a:srgbClr val="28282F"/>
          </a:solidFill>
          <a:ln/>
        </p:spPr>
      </p:sp>
      <p:sp>
        <p:nvSpPr>
          <p:cNvPr id="13" name="Text 10"/>
          <p:cNvSpPr/>
          <p:nvPr/>
        </p:nvSpPr>
        <p:spPr>
          <a:xfrm>
            <a:off x="9843849" y="4169212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24/7 support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64648" y="4810006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41788" y="4810006"/>
            <a:ext cx="91440" cy="695920"/>
          </a:xfrm>
          <a:prstGeom prst="roundRect">
            <a:avLst>
              <a:gd name="adj" fmla="val 30814"/>
            </a:avLst>
          </a:prstGeom>
          <a:solidFill>
            <a:srgbClr val="28282F"/>
          </a:solidFill>
          <a:ln/>
        </p:spPr>
      </p:sp>
      <p:sp>
        <p:nvSpPr>
          <p:cNvPr id="16" name="Text 13"/>
          <p:cNvSpPr/>
          <p:nvPr/>
        </p:nvSpPr>
        <p:spPr>
          <a:xfrm>
            <a:off x="9843849" y="5020628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social judgment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564648" y="5661422"/>
            <a:ext cx="4238506" cy="695920"/>
          </a:xfrm>
          <a:prstGeom prst="roundRect">
            <a:avLst>
              <a:gd name="adj" fmla="val 15767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41788" y="5661422"/>
            <a:ext cx="91440" cy="695920"/>
          </a:xfrm>
          <a:prstGeom prst="roundRect">
            <a:avLst>
              <a:gd name="adj" fmla="val 30814"/>
            </a:avLst>
          </a:prstGeom>
          <a:solidFill>
            <a:srgbClr val="28282F"/>
          </a:solidFill>
          <a:ln/>
        </p:spPr>
      </p:sp>
      <p:sp>
        <p:nvSpPr>
          <p:cNvPr id="19" name="Text 16"/>
          <p:cNvSpPr/>
          <p:nvPr/>
        </p:nvSpPr>
        <p:spPr>
          <a:xfrm>
            <a:off x="9843849" y="5872043"/>
            <a:ext cx="3748683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regular emotional tracking system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9564648" y="6532245"/>
            <a:ext cx="4238506" cy="985480"/>
          </a:xfrm>
          <a:prstGeom prst="roundRect">
            <a:avLst>
              <a:gd name="adj" fmla="val 2859"/>
            </a:avLst>
          </a:prstGeom>
          <a:solidFill>
            <a:srgbClr val="FCF2B5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409" y="6808351"/>
            <a:ext cx="234791" cy="1877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174962" y="6734651"/>
            <a:ext cx="3440430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Need: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affordable, secure, and always-available support platform.</a:t>
            </a:r>
            <a:endParaRPr lang="en-US" sz="14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C69A986-FC41-A831-91B8-AB131D7CA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2373710" y="7720130"/>
            <a:ext cx="2256689" cy="511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Proposed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Chatbot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emotional support chatbot available anytime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Mood Tracking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 and stress tracking system to monitor emotional trends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241935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Wellness Guide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Meditation and relaxation suggestions for self-care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Emergency Alerts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help alerts when users need urgent support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DEBE3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943481"/>
            <a:ext cx="28963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Secure Cloud Storage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cloud-based storage accessible anytime, anywhere</a:t>
            </a:r>
            <a:endParaRPr lang="en-US" sz="1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34D2EC0-C77F-1E04-20FB-5C5DAE9432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7770" y="7710176"/>
            <a:ext cx="2292630" cy="519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62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869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313742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88049"/>
            <a:ext cx="40576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24/7 Mental Health Assistance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7846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round-the-clock support for users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95869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313742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488049"/>
            <a:ext cx="40672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Promote Emotional Well-Being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297846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maintain and improve their mental wellness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73820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093250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267557"/>
            <a:ext cx="3104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Mood Trend Monitoring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75797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users track and understand their emotional patterns over time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73820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093250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2675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Scalability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75797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cloud computing to scale the platform reliably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88061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235660"/>
            <a:ext cx="6407944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409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Privacy &amp; Security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90038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all user data remains private and secure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880616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235660"/>
            <a:ext cx="6408063" cy="3048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409968"/>
            <a:ext cx="3211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Affordable &amp; Accessible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90038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mental health support available to everyone</a:t>
            </a:r>
            <a:endParaRPr lang="en-US" sz="1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6CAD994-0DCE-A87F-B420-12C52E6D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860" y="7624460"/>
            <a:ext cx="2371540" cy="5373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9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Modules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4079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328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Modules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910126"/>
            <a:ext cx="420516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/ Login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 Assistant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 Tracker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Wellness Dashboard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Journal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2686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Admin Modules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849779"/>
            <a:ext cx="4205168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Analytics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Monitoring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AA868-C928-27D4-136E-1693EC0D1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978" y="7627434"/>
            <a:ext cx="2564422" cy="5810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9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96239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962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452813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React.js / HTML / CSS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96239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962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452813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Flask / Node.js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26934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759762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Firestore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26934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759762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Auth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576292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Hosting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6066711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/ Render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576292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Integration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07348" y="6066711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API / Hugging Face API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9A1B492-1AB3-E2FA-8D35-73A2E8546F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79298" y="7706892"/>
            <a:ext cx="1851102" cy="419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13340" y="454938"/>
            <a:ext cx="3189684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913340" y="882253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Working Flow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83" y="1189315"/>
            <a:ext cx="6208633" cy="47902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5846" y="3191577"/>
            <a:ext cx="1082840" cy="742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Architecture Flow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31078" y="4915564"/>
            <a:ext cx="1610917" cy="247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Backend Server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831078" y="5233594"/>
            <a:ext cx="1610917" cy="154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68113" y="3253477"/>
            <a:ext cx="1646131" cy="247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Chat Service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468113" y="3571506"/>
            <a:ext cx="1646131" cy="30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 intelligence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45988" y="4838121"/>
            <a:ext cx="1610917" cy="247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Cloud Database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145988" y="5156149"/>
            <a:ext cx="1610917" cy="309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scalable storage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0150" y="3198317"/>
            <a:ext cx="1646131" cy="49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Frontend Website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500150" y="3763947"/>
            <a:ext cx="1646131" cy="154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interactions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48917" y="1671447"/>
            <a:ext cx="1654934" cy="247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Device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448917" y="1989476"/>
            <a:ext cx="1654934" cy="154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entry point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913340" y="6060281"/>
            <a:ext cx="8803719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platform flows from user device through frontend and backend to cloud database and AI chat service, ensuring scalable, fast, secure, and reliable delivery.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13340" y="6487001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Benefits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913340" y="6794063"/>
            <a:ext cx="4366022" cy="454462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19" name="Text 16"/>
          <p:cNvSpPr/>
          <p:nvPr/>
        </p:nvSpPr>
        <p:spPr>
          <a:xfrm>
            <a:off x="3040856" y="6921579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Scalable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038" y="6794063"/>
            <a:ext cx="4366022" cy="454462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1" name="Text 18"/>
          <p:cNvSpPr/>
          <p:nvPr/>
        </p:nvSpPr>
        <p:spPr>
          <a:xfrm>
            <a:off x="7478554" y="6921579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Fast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13340" y="7320201"/>
            <a:ext cx="4366022" cy="454462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3" name="Text 20"/>
          <p:cNvSpPr/>
          <p:nvPr/>
        </p:nvSpPr>
        <p:spPr>
          <a:xfrm>
            <a:off x="3040856" y="7447717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Secure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51038" y="7320201"/>
            <a:ext cx="4366022" cy="454462"/>
          </a:xfrm>
          <a:prstGeom prst="roundRect">
            <a:avLst>
              <a:gd name="adj" fmla="val 4211"/>
            </a:avLst>
          </a:prstGeom>
          <a:solidFill>
            <a:srgbClr val="EDEBE3"/>
          </a:solidFill>
          <a:ln/>
        </p:spPr>
      </p:sp>
      <p:sp>
        <p:nvSpPr>
          <p:cNvPr id="25" name="Text 22"/>
          <p:cNvSpPr/>
          <p:nvPr/>
        </p:nvSpPr>
        <p:spPr>
          <a:xfrm>
            <a:off x="7478554" y="7447717"/>
            <a:ext cx="1594842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Reliable</a:t>
            </a:r>
            <a:endParaRPr lang="en-US" sz="12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012C073-7CA0-29BF-2697-E24039A92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5401" y="7774662"/>
            <a:ext cx="1961600" cy="444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2128"/>
            <a:ext cx="74336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Advantages &amp; Future Scope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4079"/>
            <a:ext cx="8284131" cy="49703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107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2689027"/>
            <a:ext cx="4205168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support anytime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Low-cost solution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and secure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use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backup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628680"/>
            <a:ext cx="420516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chatbot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support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counseling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Wearable integration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5103A7-D7BF-90FB-5D17-BFF024237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6318" y="7683190"/>
            <a:ext cx="2264081" cy="512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213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7025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MindCloud AI combines </a:t>
            </a: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Cloud Computing</a:t>
            </a: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deliver a smart, secure, and accessible mental health support platform. It solves real-world problems using modern technology and has strong future potential.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677013"/>
            <a:ext cx="7556421" cy="1631156"/>
          </a:xfrm>
          <a:prstGeom prst="roundRect">
            <a:avLst>
              <a:gd name="adj" fmla="val 2086"/>
            </a:avLst>
          </a:prstGeom>
          <a:solidFill>
            <a:srgbClr val="EDEBE3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4677013"/>
            <a:ext cx="7556421" cy="815578"/>
          </a:xfrm>
          <a:prstGeom prst="roundRect">
            <a:avLst>
              <a:gd name="adj" fmla="val 4172"/>
            </a:avLst>
          </a:prstGeom>
          <a:solidFill>
            <a:srgbClr val="EDEBE3"/>
          </a:solidFill>
          <a:ln/>
        </p:spPr>
      </p:sp>
      <p:sp>
        <p:nvSpPr>
          <p:cNvPr id="7" name="Text 4"/>
          <p:cNvSpPr/>
          <p:nvPr/>
        </p:nvSpPr>
        <p:spPr>
          <a:xfrm>
            <a:off x="6507004" y="490382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🙏</a:t>
            </a: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Thank You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280190" y="5492591"/>
            <a:ext cx="7556421" cy="815578"/>
          </a:xfrm>
          <a:prstGeom prst="rect">
            <a:avLst/>
          </a:prstGeom>
          <a:solidFill>
            <a:srgbClr val="EDEBE3"/>
          </a:solidFill>
          <a:ln/>
        </p:spPr>
      </p:sp>
      <p:sp>
        <p:nvSpPr>
          <p:cNvPr id="9" name="Shape 6"/>
          <p:cNvSpPr/>
          <p:nvPr/>
        </p:nvSpPr>
        <p:spPr>
          <a:xfrm>
            <a:off x="6280190" y="5492591"/>
            <a:ext cx="7556421" cy="30480"/>
          </a:xfrm>
          <a:prstGeom prst="roundRect">
            <a:avLst>
              <a:gd name="adj" fmla="val 111628"/>
            </a:avLst>
          </a:prstGeom>
          <a:solidFill>
            <a:srgbClr val="D3D1C9"/>
          </a:solidFill>
          <a:ln/>
        </p:spPr>
      </p:sp>
      <p:sp>
        <p:nvSpPr>
          <p:cNvPr id="10" name="Text 7"/>
          <p:cNvSpPr/>
          <p:nvPr/>
        </p:nvSpPr>
        <p:spPr>
          <a:xfrm>
            <a:off x="6507004" y="5719405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❓</a:t>
            </a: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Questions?</a:t>
            </a: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494941-6CDF-E4D4-04D4-5F0CDB3E4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5374" y="7730024"/>
            <a:ext cx="2205025" cy="499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444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 Light</vt:lpstr>
      <vt:lpstr>Inter</vt:lpstr>
      <vt:lpstr>Arial</vt:lpstr>
      <vt:lpstr>DM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Gudimetla Gunashekar sai abhiram</dc:creator>
  <cp:lastModifiedBy>Gudimetla Gunashekar sai abhiram</cp:lastModifiedBy>
  <cp:revision>2</cp:revision>
  <dcterms:created xsi:type="dcterms:W3CDTF">2026-04-28T10:28:36Z</dcterms:created>
  <dcterms:modified xsi:type="dcterms:W3CDTF">2026-04-28T10:42:01Z</dcterms:modified>
</cp:coreProperties>
</file>